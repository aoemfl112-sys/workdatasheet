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65" r:id="rId1"/>
    <p:sldMasterId id="2147483767" r:id="rId2"/>
  </p:sldMasterIdLst>
  <p:notesMasterIdLst>
    <p:notesMasterId r:id="rId27"/>
  </p:notesMasterIdLst>
  <p:handoutMasterIdLst>
    <p:handoutMasterId r:id="rId28"/>
  </p:handoutMasterIdLst>
  <p:sldIdLst>
    <p:sldId id="389" r:id="rId23"/>
  </p:sldIdLst>
  <p:sldSz cx="12192000" cy="6858000"/>
  <p:notesSz cx="6735763" cy="9866313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35E59BFC-B2A2-47EB-99F2-FE95E07D6423}">
          <p14:sldIdLst>
            <p14:sldId id="274"/>
            <p14:sldId id="362"/>
            <p14:sldId id="369"/>
            <p14:sldId id="329"/>
            <p14:sldId id="396"/>
            <p14:sldId id="370"/>
            <p14:sldId id="399"/>
            <p14:sldId id="372"/>
            <p14:sldId id="397"/>
            <p14:sldId id="391"/>
            <p14:sldId id="375"/>
            <p14:sldId id="378"/>
            <p14:sldId id="380"/>
            <p14:sldId id="381"/>
            <p14:sldId id="383"/>
            <p14:sldId id="382"/>
            <p14:sldId id="384"/>
            <p14:sldId id="385"/>
            <p14:sldId id="386"/>
            <p14:sldId id="388"/>
            <p14:sldId id="389"/>
            <p14:sldId id="390"/>
            <p14:sldId id="373"/>
            <p14:sldId id="39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00"/>
    <a:srgbClr val="FF00FF"/>
    <a:srgbClr val="0000FF"/>
    <a:srgbClr val="FFFFCC"/>
    <a:srgbClr val="00CCFF"/>
    <a:srgbClr val="FFCCFF"/>
    <a:srgbClr val="00CC99"/>
    <a:srgbClr val="00FF00"/>
    <a:srgbClr val="FF0000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568" autoAdjust="0"/>
    <p:restoredTop sz="92334" autoAdjust="0"/>
  </p:normalViewPr>
  <p:slideViewPr>
    <p:cSldViewPr>
      <p:cViewPr varScale="1">
        <p:scale>
          <a:sx n="113" d="100"/>
          <a:sy n="113" d="100"/>
        </p:scale>
        <p:origin x="882" y="10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0" d="100"/>
          <a:sy n="80" d="100"/>
        </p:scale>
        <p:origin x="4032" y="96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23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28" Type="http://schemas.openxmlformats.org/officeDocument/2006/relationships/handoutMaster" Target="handoutMasters/handout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04702408-F509-407B-ABD4-434FFB1DAF1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9413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D198ACC-B6C6-4197-AF62-E9B336466EA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14763" y="0"/>
            <a:ext cx="2919412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9D16AA-B3CE-4024-AC67-8D3D225D7AE5}" type="datetimeFigureOut">
              <a:rPr lang="ko-KR" altLang="en-US" smtClean="0"/>
              <a:t>2025-08-26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FA9C18C-D2F8-45B3-AA8D-D3A380ECE3F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371013"/>
            <a:ext cx="2919413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28134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2"/>
            <a:ext cx="2919565" cy="493316"/>
          </a:xfrm>
          <a:prstGeom prst="rect">
            <a:avLst/>
          </a:prstGeom>
        </p:spPr>
        <p:txBody>
          <a:bodyPr vert="horz" lIns="90740" tIns="45369" rIns="90740" bIns="45369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14628" y="2"/>
            <a:ext cx="2919565" cy="493316"/>
          </a:xfrm>
          <a:prstGeom prst="rect">
            <a:avLst/>
          </a:prstGeom>
        </p:spPr>
        <p:txBody>
          <a:bodyPr vert="horz" lIns="90740" tIns="45369" rIns="90740" bIns="45369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B5B1AA35-2487-47FA-A452-3343A16AD501}" type="datetimeFigureOut">
              <a:rPr lang="ko-KR" altLang="en-US"/>
              <a:pPr>
                <a:defRPr/>
              </a:pPr>
              <a:t>2025-08-26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79375" y="739775"/>
            <a:ext cx="6577013" cy="37004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740" tIns="45369" rIns="90740" bIns="45369" rtlCol="0" anchor="ctr"/>
          <a:lstStyle/>
          <a:p>
            <a:pPr lvl="0"/>
            <a:endParaRPr lang="ko-KR" altLang="en-US" noProof="0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3266" y="4685710"/>
            <a:ext cx="5389240" cy="4439840"/>
          </a:xfrm>
          <a:prstGeom prst="rect">
            <a:avLst/>
          </a:prstGeom>
        </p:spPr>
        <p:txBody>
          <a:bodyPr vert="horz" lIns="90740" tIns="45369" rIns="90740" bIns="45369" rtlCol="0">
            <a:normAutofit/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371413"/>
            <a:ext cx="2919565" cy="493316"/>
          </a:xfrm>
          <a:prstGeom prst="rect">
            <a:avLst/>
          </a:prstGeom>
        </p:spPr>
        <p:txBody>
          <a:bodyPr vert="horz" lIns="90740" tIns="45369" rIns="90740" bIns="45369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14628" y="9371413"/>
            <a:ext cx="2919565" cy="493316"/>
          </a:xfrm>
          <a:prstGeom prst="rect">
            <a:avLst/>
          </a:prstGeom>
        </p:spPr>
        <p:txBody>
          <a:bodyPr vert="horz" lIns="90740" tIns="45369" rIns="90740" bIns="45369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3059CFDF-46E1-4B5D-81D3-80CD528FA59C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1046289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5"/>
          <p:cNvSpPr>
            <a:spLocks noGrp="1"/>
          </p:cNvSpPr>
          <p:nvPr>
            <p:ph type="sldNum" sz="quarter" idx="10"/>
          </p:nvPr>
        </p:nvSpPr>
        <p:spPr>
          <a:xfrm>
            <a:off x="666751" y="6500814"/>
            <a:ext cx="558800" cy="293687"/>
          </a:xfrm>
          <a:prstGeom prst="rect">
            <a:avLst/>
          </a:prstGeom>
        </p:spPr>
        <p:txBody>
          <a:bodyPr/>
          <a:lstStyle>
            <a:lvl1pPr>
              <a:defRPr sz="12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fld id="{5E2C894E-0E93-44F7-82BB-4C04BAA1DD3B}" type="slidenum">
              <a:rPr lang="ko-KR" altLang="en-US"/>
              <a:pPr>
                <a:defRPr/>
              </a:pPr>
              <a:t>‹#›</a:t>
            </a:fld>
            <a:r>
              <a:rPr lang="ko-KR" altLang="en-US" dirty="0"/>
              <a:t> 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221921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4">
            <a:extLst>
              <a:ext uri="{FF2B5EF4-FFF2-40B4-BE49-F238E27FC236}">
                <a16:creationId xmlns:a16="http://schemas.microsoft.com/office/drawing/2014/main" id="{F1EAAE10-CEFB-4E40-A929-BCA2FC8464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09092" y="6564321"/>
            <a:ext cx="426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AD534D6-4B58-4252-8854-160CA89266F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6442869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Relationship Id="rId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309672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6" r:id="rId1"/>
  </p:sldLayoutIdLst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그림 40" descr="https://gw.atec.kr/upload/edms/GWPFile_per_BoardNo/159/202410241524392175.png">
            <a:extLst>
              <a:ext uri="{FF2B5EF4-FFF2-40B4-BE49-F238E27FC236}">
                <a16:creationId xmlns:a16="http://schemas.microsoft.com/office/drawing/2014/main" id="{8A886CBD-D214-4DAD-8EE8-48B0057F459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16480" y="6647816"/>
            <a:ext cx="1656184" cy="155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07" name="표 106">
            <a:extLst>
              <a:ext uri="{FF2B5EF4-FFF2-40B4-BE49-F238E27FC236}">
                <a16:creationId xmlns:a16="http://schemas.microsoft.com/office/drawing/2014/main" id="{FD13AF73-A0D7-40EF-B981-06F46FEE1EC4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765371367"/>
              </p:ext>
            </p:extLst>
          </p:nvPr>
        </p:nvGraphicFramePr>
        <p:xfrm>
          <a:off x="8380568" y="75854"/>
          <a:ext cx="3713921" cy="6671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9768">
                  <a:extLst>
                    <a:ext uri="{9D8B030D-6E8A-4147-A177-3AD203B41FA5}">
                      <a16:colId xmlns:a16="http://schemas.microsoft.com/office/drawing/2014/main" val="1778577251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3307993571"/>
                    </a:ext>
                  </a:extLst>
                </a:gridCol>
                <a:gridCol w="2182065">
                  <a:extLst>
                    <a:ext uri="{9D8B030D-6E8A-4147-A177-3AD203B41FA5}">
                      <a16:colId xmlns:a16="http://schemas.microsoft.com/office/drawing/2014/main" val="1929660006"/>
                    </a:ext>
                  </a:extLst>
                </a:gridCol>
              </a:tblGrid>
              <a:tr h="33358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Revision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46800" marR="36000" marT="72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공 정 명</a:t>
                      </a:r>
                    </a:p>
                  </a:txBody>
                  <a:tcPr marL="46800" marR="36000" marT="72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46800" marR="36000" marT="72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1863133"/>
                  </a:ext>
                </a:extLst>
              </a:tr>
              <a:tr h="33358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rgbClr val="0000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ea"/>
                          <a:ea typeface="+mj-ea"/>
                        </a:rPr>
                        <a:t>C</a:t>
                      </a:r>
                      <a:endParaRPr lang="ko-KR" altLang="en-US" sz="1200" b="1" dirty="0">
                        <a:solidFill>
                          <a:srgbClr val="0000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j-ea"/>
                        <a:ea typeface="+mj-ea"/>
                      </a:endParaRPr>
                    </a:p>
                  </a:txBody>
                  <a:tcPr marL="46800" marR="36000" marT="72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작 성 일</a:t>
                      </a:r>
                    </a:p>
                  </a:txBody>
                  <a:tcPr marL="46800" marR="36000" marT="72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2025.08.25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46800" marR="36000" marT="72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2701171"/>
                  </a:ext>
                </a:extLst>
              </a:tr>
            </a:tbl>
          </a:graphicData>
        </a:graphic>
      </p:graphicFrame>
      <p:graphicFrame>
        <p:nvGraphicFramePr>
          <p:cNvPr id="104" name="표 103">
            <a:extLst>
              <a:ext uri="{FF2B5EF4-FFF2-40B4-BE49-F238E27FC236}">
                <a16:creationId xmlns:a16="http://schemas.microsoft.com/office/drawing/2014/main" id="{1570A500-E8CC-41A4-A8C9-40A96388E41C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032647039"/>
              </p:ext>
            </p:extLst>
          </p:nvPr>
        </p:nvGraphicFramePr>
        <p:xfrm>
          <a:off x="94632" y="75854"/>
          <a:ext cx="2542536" cy="6671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6792">
                  <a:extLst>
                    <a:ext uri="{9D8B030D-6E8A-4147-A177-3AD203B41FA5}">
                      <a16:colId xmlns:a16="http://schemas.microsoft.com/office/drawing/2014/main" val="1778577251"/>
                    </a:ext>
                  </a:extLst>
                </a:gridCol>
                <a:gridCol w="1725744">
                  <a:extLst>
                    <a:ext uri="{9D8B030D-6E8A-4147-A177-3AD203B41FA5}">
                      <a16:colId xmlns:a16="http://schemas.microsoft.com/office/drawing/2014/main" val="1929660006"/>
                    </a:ext>
                  </a:extLst>
                </a:gridCol>
              </a:tblGrid>
              <a:tr h="33358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lt"/>
                        </a:rPr>
                        <a:t>MODEL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46800" marR="36000" marT="72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50" dirty="0">
                          <a:solidFill>
                            <a:schemeClr val="tx1"/>
                          </a:solidFill>
                          <a:latin typeface="+mn-lt"/>
                        </a:rPr>
                        <a:t>TBUSUDV-AF001(</a:t>
                      </a:r>
                      <a:r>
                        <a:rPr lang="ko-KR" altLang="en-US" sz="950" dirty="0" err="1">
                          <a:solidFill>
                            <a:schemeClr val="tx1"/>
                          </a:solidFill>
                          <a:latin typeface="+mn-lt"/>
                        </a:rPr>
                        <a:t>화면표출기</a:t>
                      </a:r>
                      <a:r>
                        <a:rPr lang="en-US" altLang="ko-KR" sz="950" dirty="0">
                          <a:solidFill>
                            <a:schemeClr val="tx1"/>
                          </a:solidFill>
                          <a:latin typeface="+mn-lt"/>
                        </a:rPr>
                        <a:t>)</a:t>
                      </a:r>
                    </a:p>
                  </a:txBody>
                  <a:tcPr marL="46800" marR="36000" marT="72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1863133"/>
                  </a:ext>
                </a:extLst>
              </a:tr>
              <a:tr h="33358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+mn-lt"/>
                        </a:rPr>
                        <a:t>문서번호</a:t>
                      </a:r>
                    </a:p>
                  </a:txBody>
                  <a:tcPr marL="46800" marR="36000" marT="72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i="0" u="none" strike="noStrike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AM-SP-001-WI-311</a:t>
                      </a:r>
                      <a:endParaRPr lang="en-US" altLang="ko-KR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marL="46800" marR="36000" marT="72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2701171"/>
                  </a:ext>
                </a:extLst>
              </a:tr>
            </a:tbl>
          </a:graphicData>
        </a:graphic>
      </p:graphicFrame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3AE286E5-72DE-4940-85C5-EA5FE99312A5}"/>
              </a:ext>
            </a:extLst>
          </p:cNvPr>
          <p:cNvGraphicFramePr>
            <a:graphicFrameLocks noGrp="1"/>
          </p:cNvGraphicFramePr>
          <p:nvPr userDrawn="1">
            <p:extLst/>
          </p:nvPr>
        </p:nvGraphicFramePr>
        <p:xfrm>
          <a:off x="8382001" y="4032496"/>
          <a:ext cx="3712490" cy="1882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741">
                  <a:extLst>
                    <a:ext uri="{9D8B030D-6E8A-4147-A177-3AD203B41FA5}">
                      <a16:colId xmlns:a16="http://schemas.microsoft.com/office/drawing/2014/main" val="1778577251"/>
                    </a:ext>
                  </a:extLst>
                </a:gridCol>
                <a:gridCol w="1227148">
                  <a:extLst>
                    <a:ext uri="{9D8B030D-6E8A-4147-A177-3AD203B41FA5}">
                      <a16:colId xmlns:a16="http://schemas.microsoft.com/office/drawing/2014/main" val="1929660006"/>
                    </a:ext>
                  </a:extLst>
                </a:gridCol>
                <a:gridCol w="1876815">
                  <a:extLst>
                    <a:ext uri="{9D8B030D-6E8A-4147-A177-3AD203B41FA5}">
                      <a16:colId xmlns:a16="http://schemas.microsoft.com/office/drawing/2014/main" val="789548104"/>
                    </a:ext>
                  </a:extLst>
                </a:gridCol>
                <a:gridCol w="319786">
                  <a:extLst>
                    <a:ext uri="{9D8B030D-6E8A-4147-A177-3AD203B41FA5}">
                      <a16:colId xmlns:a16="http://schemas.microsoft.com/office/drawing/2014/main" val="2751553036"/>
                    </a:ext>
                  </a:extLst>
                </a:gridCol>
              </a:tblGrid>
              <a:tr h="175416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marL="468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marL="468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marL="468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marL="468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1863133"/>
                  </a:ext>
                </a:extLst>
              </a:tr>
              <a:tr h="175416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marL="468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marL="468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marL="468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marL="468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2701171"/>
                  </a:ext>
                </a:extLst>
              </a:tr>
              <a:tr h="175416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marL="468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marL="468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marL="468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marL="468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4200892"/>
                  </a:ext>
                </a:extLst>
              </a:tr>
              <a:tr h="175416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marL="468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marL="468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marL="468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marL="468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2699073"/>
                  </a:ext>
                </a:extLst>
              </a:tr>
              <a:tr h="175416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marL="468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marL="468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marL="468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marL="468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113885"/>
                  </a:ext>
                </a:extLst>
              </a:tr>
              <a:tr h="175416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marL="468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marL="468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marL="468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marL="468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1018303"/>
                  </a:ext>
                </a:extLst>
              </a:tr>
              <a:tr h="175416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marL="468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marL="468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marL="468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marL="468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9242264"/>
                  </a:ext>
                </a:extLst>
              </a:tr>
              <a:tr h="175416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marL="468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marL="468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marL="468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marL="468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9003059"/>
                  </a:ext>
                </a:extLst>
              </a:tr>
              <a:tr h="175416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marL="468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marL="468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marL="468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marL="468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2907268"/>
                  </a:ext>
                </a:extLst>
              </a:tr>
            </a:tbl>
          </a:graphicData>
        </a:graphic>
      </p:graphicFrame>
      <p:sp>
        <p:nvSpPr>
          <p:cNvPr id="182" name="직사각형 181"/>
          <p:cNvSpPr/>
          <p:nvPr userDrawn="1"/>
        </p:nvSpPr>
        <p:spPr>
          <a:xfrm>
            <a:off x="95251" y="71440"/>
            <a:ext cx="12001500" cy="650315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/>
          </a:p>
        </p:txBody>
      </p:sp>
      <p:cxnSp>
        <p:nvCxnSpPr>
          <p:cNvPr id="183" name="직선 연결선 182"/>
          <p:cNvCxnSpPr/>
          <p:nvPr userDrawn="1"/>
        </p:nvCxnSpPr>
        <p:spPr>
          <a:xfrm flipV="1">
            <a:off x="95252" y="740675"/>
            <a:ext cx="12005733" cy="158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직선 연결선 193"/>
          <p:cNvCxnSpPr/>
          <p:nvPr userDrawn="1"/>
        </p:nvCxnSpPr>
        <p:spPr>
          <a:xfrm flipV="1">
            <a:off x="95252" y="984571"/>
            <a:ext cx="12005733" cy="158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5" name="TextBox 194"/>
          <p:cNvSpPr txBox="1"/>
          <p:nvPr userDrawn="1"/>
        </p:nvSpPr>
        <p:spPr>
          <a:xfrm>
            <a:off x="2625780" y="153814"/>
            <a:ext cx="5763851" cy="529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2800" b="1" dirty="0">
                <a:latin typeface="+mn-lt"/>
                <a:ea typeface="+mn-ea"/>
              </a:rPr>
              <a:t>시  </a:t>
            </a:r>
            <a:r>
              <a:rPr kumimoji="0" lang="ko-KR" altLang="en-US" sz="2800" b="1" dirty="0" err="1">
                <a:latin typeface="+mn-lt"/>
                <a:ea typeface="+mn-ea"/>
              </a:rPr>
              <a:t>험</a:t>
            </a:r>
            <a:r>
              <a:rPr kumimoji="0" lang="ko-KR" altLang="en-US" sz="2800" b="1" dirty="0">
                <a:latin typeface="+mn-lt"/>
                <a:ea typeface="+mn-ea"/>
              </a:rPr>
              <a:t>  절  차  서</a:t>
            </a:r>
          </a:p>
        </p:txBody>
      </p:sp>
      <p:sp>
        <p:nvSpPr>
          <p:cNvPr id="205" name="TextBox 204"/>
          <p:cNvSpPr txBox="1"/>
          <p:nvPr userDrawn="1"/>
        </p:nvSpPr>
        <p:spPr>
          <a:xfrm>
            <a:off x="105856" y="737272"/>
            <a:ext cx="8280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000" b="1" dirty="0">
                <a:solidFill>
                  <a:srgbClr val="006600"/>
                </a:solidFill>
                <a:latin typeface="맑은 고딕" pitchFamily="50" charset="-127"/>
                <a:ea typeface="맑은 고딕" pitchFamily="50" charset="-127"/>
              </a:rPr>
              <a:t>작    업    도    면</a:t>
            </a:r>
          </a:p>
        </p:txBody>
      </p:sp>
      <p:sp>
        <p:nvSpPr>
          <p:cNvPr id="206" name="TextBox 205"/>
          <p:cNvSpPr txBox="1"/>
          <p:nvPr userDrawn="1"/>
        </p:nvSpPr>
        <p:spPr>
          <a:xfrm>
            <a:off x="47328" y="6608385"/>
            <a:ext cx="158417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200" b="1" dirty="0">
                <a:latin typeface="+mn-lt"/>
                <a:ea typeface="+mn-ea"/>
              </a:rPr>
              <a:t>PAGE       / 24</a:t>
            </a:r>
            <a:endParaRPr kumimoji="0" lang="ko-KR" altLang="en-US" sz="1200" b="1" dirty="0">
              <a:latin typeface="+mn-lt"/>
              <a:ea typeface="+mn-ea"/>
            </a:endParaRPr>
          </a:p>
        </p:txBody>
      </p:sp>
      <p:cxnSp>
        <p:nvCxnSpPr>
          <p:cNvPr id="210" name="직선 연결선 209"/>
          <p:cNvCxnSpPr/>
          <p:nvPr userDrawn="1"/>
        </p:nvCxnSpPr>
        <p:spPr>
          <a:xfrm>
            <a:off x="8374333" y="72056"/>
            <a:ext cx="0" cy="5832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1" name="TextBox 210"/>
          <p:cNvSpPr txBox="1"/>
          <p:nvPr userDrawn="1"/>
        </p:nvSpPr>
        <p:spPr>
          <a:xfrm>
            <a:off x="8415953" y="737272"/>
            <a:ext cx="3682999" cy="2460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000" b="1" dirty="0">
                <a:solidFill>
                  <a:srgbClr val="006600"/>
                </a:solidFill>
                <a:latin typeface="맑은 고딕" pitchFamily="50" charset="-127"/>
                <a:ea typeface="맑은 고딕" pitchFamily="50" charset="-127"/>
              </a:rPr>
              <a:t>작업 순서 및</a:t>
            </a:r>
            <a:r>
              <a:rPr kumimoji="0" lang="en-US" altLang="ko-KR" sz="1000" b="1" dirty="0">
                <a:solidFill>
                  <a:srgbClr val="0066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ko-KR" altLang="en-US" sz="1000" b="1" dirty="0">
                <a:solidFill>
                  <a:srgbClr val="006600"/>
                </a:solidFill>
                <a:latin typeface="맑은 고딕" pitchFamily="50" charset="-127"/>
                <a:ea typeface="맑은 고딕" pitchFamily="50" charset="-127"/>
              </a:rPr>
              <a:t>방법</a:t>
            </a:r>
          </a:p>
        </p:txBody>
      </p:sp>
      <p:cxnSp>
        <p:nvCxnSpPr>
          <p:cNvPr id="212" name="직선 연결선 211"/>
          <p:cNvCxnSpPr/>
          <p:nvPr userDrawn="1"/>
        </p:nvCxnSpPr>
        <p:spPr>
          <a:xfrm>
            <a:off x="91019" y="5917645"/>
            <a:ext cx="1200573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직선 연결선 212"/>
          <p:cNvCxnSpPr/>
          <p:nvPr userDrawn="1"/>
        </p:nvCxnSpPr>
        <p:spPr>
          <a:xfrm>
            <a:off x="91019" y="6148991"/>
            <a:ext cx="1200573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직선 연결선 213"/>
          <p:cNvCxnSpPr/>
          <p:nvPr userDrawn="1"/>
        </p:nvCxnSpPr>
        <p:spPr>
          <a:xfrm>
            <a:off x="91019" y="6347149"/>
            <a:ext cx="12005733" cy="0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직선 연결선 214"/>
          <p:cNvCxnSpPr/>
          <p:nvPr userDrawn="1"/>
        </p:nvCxnSpPr>
        <p:spPr>
          <a:xfrm>
            <a:off x="431371" y="5919150"/>
            <a:ext cx="0" cy="648000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0" name="TextBox 219"/>
          <p:cNvSpPr txBox="1"/>
          <p:nvPr userDrawn="1"/>
        </p:nvSpPr>
        <p:spPr>
          <a:xfrm>
            <a:off x="1193271" y="5905340"/>
            <a:ext cx="125432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0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관 리 항 목</a:t>
            </a:r>
          </a:p>
        </p:txBody>
      </p:sp>
      <p:sp>
        <p:nvSpPr>
          <p:cNvPr id="221" name="TextBox 220"/>
          <p:cNvSpPr txBox="1"/>
          <p:nvPr userDrawn="1"/>
        </p:nvSpPr>
        <p:spPr>
          <a:xfrm>
            <a:off x="3611372" y="5905340"/>
            <a:ext cx="119581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0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기 준</a:t>
            </a:r>
          </a:p>
        </p:txBody>
      </p:sp>
      <p:sp>
        <p:nvSpPr>
          <p:cNvPr id="222" name="TextBox 221"/>
          <p:cNvSpPr txBox="1"/>
          <p:nvPr userDrawn="1"/>
        </p:nvSpPr>
        <p:spPr>
          <a:xfrm>
            <a:off x="6182617" y="5905340"/>
            <a:ext cx="69975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0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주 기</a:t>
            </a:r>
          </a:p>
        </p:txBody>
      </p:sp>
      <p:sp>
        <p:nvSpPr>
          <p:cNvPr id="223" name="TextBox 222"/>
          <p:cNvSpPr txBox="1"/>
          <p:nvPr userDrawn="1"/>
        </p:nvSpPr>
        <p:spPr>
          <a:xfrm>
            <a:off x="7546032" y="5905340"/>
            <a:ext cx="130684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0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검 증 방 법</a:t>
            </a:r>
          </a:p>
        </p:txBody>
      </p:sp>
      <p:sp>
        <p:nvSpPr>
          <p:cNvPr id="224" name="TextBox 223"/>
          <p:cNvSpPr txBox="1"/>
          <p:nvPr userDrawn="1"/>
        </p:nvSpPr>
        <p:spPr>
          <a:xfrm>
            <a:off x="9460611" y="5905340"/>
            <a:ext cx="261074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0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이상 발생 시 처리 방법</a:t>
            </a:r>
          </a:p>
        </p:txBody>
      </p:sp>
      <p:sp>
        <p:nvSpPr>
          <p:cNvPr id="225" name="TextBox 224"/>
          <p:cNvSpPr txBox="1"/>
          <p:nvPr userDrawn="1"/>
        </p:nvSpPr>
        <p:spPr>
          <a:xfrm>
            <a:off x="-15729" y="5905340"/>
            <a:ext cx="58524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0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No</a:t>
            </a:r>
            <a:endParaRPr kumimoji="0" lang="ko-KR" altLang="en-US" sz="10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39" name="TextBox 238"/>
          <p:cNvSpPr txBox="1"/>
          <p:nvPr userDrawn="1"/>
        </p:nvSpPr>
        <p:spPr>
          <a:xfrm>
            <a:off x="8388647" y="2411744"/>
            <a:ext cx="368723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0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작업 시 주의 사항</a:t>
            </a:r>
          </a:p>
        </p:txBody>
      </p:sp>
      <p:sp>
        <p:nvSpPr>
          <p:cNvPr id="240" name="TextBox 239"/>
          <p:cNvSpPr txBox="1"/>
          <p:nvPr userDrawn="1"/>
        </p:nvSpPr>
        <p:spPr>
          <a:xfrm>
            <a:off x="8381542" y="3781999"/>
            <a:ext cx="371474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000" b="1" dirty="0">
                <a:solidFill>
                  <a:srgbClr val="006600"/>
                </a:solidFill>
                <a:latin typeface="맑은 고딕" pitchFamily="50" charset="-127"/>
                <a:ea typeface="맑은 고딕" pitchFamily="50" charset="-127"/>
              </a:rPr>
              <a:t>소 요 자 재</a:t>
            </a:r>
          </a:p>
        </p:txBody>
      </p:sp>
      <p:sp>
        <p:nvSpPr>
          <p:cNvPr id="248" name="TextBox 247"/>
          <p:cNvSpPr txBox="1"/>
          <p:nvPr userDrawn="1"/>
        </p:nvSpPr>
        <p:spPr>
          <a:xfrm>
            <a:off x="8405912" y="3122680"/>
            <a:ext cx="186451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000" b="1" dirty="0" err="1">
                <a:solidFill>
                  <a:srgbClr val="006600"/>
                </a:solidFill>
                <a:latin typeface="맑은 고딕" pitchFamily="50" charset="-127"/>
                <a:ea typeface="맑은 고딕" pitchFamily="50" charset="-127"/>
              </a:rPr>
              <a:t>치공구</a:t>
            </a:r>
            <a:endParaRPr kumimoji="0" lang="ko-KR" altLang="en-US" sz="1000" b="1" dirty="0">
              <a:solidFill>
                <a:srgbClr val="0066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49" name="TextBox 248"/>
          <p:cNvSpPr txBox="1"/>
          <p:nvPr userDrawn="1"/>
        </p:nvSpPr>
        <p:spPr>
          <a:xfrm>
            <a:off x="10272465" y="3122680"/>
            <a:ext cx="18348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000" b="1" dirty="0" err="1">
                <a:solidFill>
                  <a:srgbClr val="006600"/>
                </a:solidFill>
                <a:latin typeface="맑은 고딕" pitchFamily="50" charset="-127"/>
                <a:ea typeface="맑은 고딕" pitchFamily="50" charset="-127"/>
              </a:rPr>
              <a:t>개인보호구</a:t>
            </a:r>
            <a:endParaRPr kumimoji="0" lang="ko-KR" altLang="en-US" sz="1000" b="1" dirty="0">
              <a:solidFill>
                <a:srgbClr val="0066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4" name="TextBox 73"/>
          <p:cNvSpPr txBox="1"/>
          <p:nvPr userDrawn="1"/>
        </p:nvSpPr>
        <p:spPr>
          <a:xfrm>
            <a:off x="5264856" y="5905340"/>
            <a:ext cx="69975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000" b="1" dirty="0" err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특별특성</a:t>
            </a:r>
            <a:endParaRPr kumimoji="0" lang="ko-KR" altLang="en-US" sz="10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80" name="직선 연결선 79">
            <a:extLst>
              <a:ext uri="{FF2B5EF4-FFF2-40B4-BE49-F238E27FC236}">
                <a16:creationId xmlns:a16="http://schemas.microsoft.com/office/drawing/2014/main" id="{FFEB2235-0ADC-407C-AB5E-E217A1F610AE}"/>
              </a:ext>
            </a:extLst>
          </p:cNvPr>
          <p:cNvCxnSpPr/>
          <p:nvPr userDrawn="1"/>
        </p:nvCxnSpPr>
        <p:spPr>
          <a:xfrm>
            <a:off x="3143672" y="5919150"/>
            <a:ext cx="0" cy="648000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직선 연결선 80">
            <a:extLst>
              <a:ext uri="{FF2B5EF4-FFF2-40B4-BE49-F238E27FC236}">
                <a16:creationId xmlns:a16="http://schemas.microsoft.com/office/drawing/2014/main" id="{A0A1A4E2-A8FF-48E5-8716-79EA21334B9A}"/>
              </a:ext>
            </a:extLst>
          </p:cNvPr>
          <p:cNvCxnSpPr/>
          <p:nvPr userDrawn="1"/>
        </p:nvCxnSpPr>
        <p:spPr>
          <a:xfrm>
            <a:off x="5159896" y="5919150"/>
            <a:ext cx="0" cy="648000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직선 연결선 81">
            <a:extLst>
              <a:ext uri="{FF2B5EF4-FFF2-40B4-BE49-F238E27FC236}">
                <a16:creationId xmlns:a16="http://schemas.microsoft.com/office/drawing/2014/main" id="{E4A7D93B-E745-438F-B295-4BC4FFF54DC8}"/>
              </a:ext>
            </a:extLst>
          </p:cNvPr>
          <p:cNvCxnSpPr/>
          <p:nvPr userDrawn="1"/>
        </p:nvCxnSpPr>
        <p:spPr>
          <a:xfrm>
            <a:off x="6096000" y="5919150"/>
            <a:ext cx="0" cy="648000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44A8E0B2-D403-426B-92C6-A613092197A1}"/>
              </a:ext>
            </a:extLst>
          </p:cNvPr>
          <p:cNvCxnSpPr/>
          <p:nvPr userDrawn="1"/>
        </p:nvCxnSpPr>
        <p:spPr>
          <a:xfrm>
            <a:off x="6960096" y="5919150"/>
            <a:ext cx="0" cy="648000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63DB15FD-D8C4-4FB3-B1C6-1BD39211392F}"/>
              </a:ext>
            </a:extLst>
          </p:cNvPr>
          <p:cNvCxnSpPr/>
          <p:nvPr userDrawn="1"/>
        </p:nvCxnSpPr>
        <p:spPr>
          <a:xfrm>
            <a:off x="9336360" y="5919150"/>
            <a:ext cx="0" cy="648000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직선 연결선 85">
            <a:extLst>
              <a:ext uri="{FF2B5EF4-FFF2-40B4-BE49-F238E27FC236}">
                <a16:creationId xmlns:a16="http://schemas.microsoft.com/office/drawing/2014/main" id="{13A697D1-9642-41FD-8F36-795D89D83550}"/>
              </a:ext>
            </a:extLst>
          </p:cNvPr>
          <p:cNvCxnSpPr/>
          <p:nvPr userDrawn="1"/>
        </p:nvCxnSpPr>
        <p:spPr>
          <a:xfrm>
            <a:off x="8372784" y="3778236"/>
            <a:ext cx="3726000" cy="0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직선 연결선 86">
            <a:extLst>
              <a:ext uri="{FF2B5EF4-FFF2-40B4-BE49-F238E27FC236}">
                <a16:creationId xmlns:a16="http://schemas.microsoft.com/office/drawing/2014/main" id="{6E96249C-0EBF-42B4-ABAF-5B32ACFB4F2B}"/>
              </a:ext>
            </a:extLst>
          </p:cNvPr>
          <p:cNvCxnSpPr/>
          <p:nvPr userDrawn="1"/>
        </p:nvCxnSpPr>
        <p:spPr>
          <a:xfrm>
            <a:off x="8372784" y="2433342"/>
            <a:ext cx="3726000" cy="0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직선 연결선 87">
            <a:extLst>
              <a:ext uri="{FF2B5EF4-FFF2-40B4-BE49-F238E27FC236}">
                <a16:creationId xmlns:a16="http://schemas.microsoft.com/office/drawing/2014/main" id="{B28ADA0B-E968-4C89-80DE-F07DB2DA268B}"/>
              </a:ext>
            </a:extLst>
          </p:cNvPr>
          <p:cNvCxnSpPr/>
          <p:nvPr userDrawn="1"/>
        </p:nvCxnSpPr>
        <p:spPr>
          <a:xfrm>
            <a:off x="8372784" y="2657965"/>
            <a:ext cx="3726000" cy="0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직선 연결선 88">
            <a:extLst>
              <a:ext uri="{FF2B5EF4-FFF2-40B4-BE49-F238E27FC236}">
                <a16:creationId xmlns:a16="http://schemas.microsoft.com/office/drawing/2014/main" id="{472CD5BA-0A11-4396-B122-6D647384B762}"/>
              </a:ext>
            </a:extLst>
          </p:cNvPr>
          <p:cNvCxnSpPr/>
          <p:nvPr userDrawn="1"/>
        </p:nvCxnSpPr>
        <p:spPr>
          <a:xfrm>
            <a:off x="8372784" y="3138029"/>
            <a:ext cx="3726000" cy="0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직선 연결선 89">
            <a:extLst>
              <a:ext uri="{FF2B5EF4-FFF2-40B4-BE49-F238E27FC236}">
                <a16:creationId xmlns:a16="http://schemas.microsoft.com/office/drawing/2014/main" id="{5ACA9287-F463-4533-A25D-216E3A182DC1}"/>
              </a:ext>
            </a:extLst>
          </p:cNvPr>
          <p:cNvCxnSpPr/>
          <p:nvPr userDrawn="1"/>
        </p:nvCxnSpPr>
        <p:spPr>
          <a:xfrm>
            <a:off x="8372784" y="3363564"/>
            <a:ext cx="3726000" cy="0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직선 연결선 91">
            <a:extLst>
              <a:ext uri="{FF2B5EF4-FFF2-40B4-BE49-F238E27FC236}">
                <a16:creationId xmlns:a16="http://schemas.microsoft.com/office/drawing/2014/main" id="{82705ABF-9C77-42C0-84D9-55B6D84DBFB4}"/>
              </a:ext>
            </a:extLst>
          </p:cNvPr>
          <p:cNvCxnSpPr>
            <a:cxnSpLocks/>
          </p:cNvCxnSpPr>
          <p:nvPr userDrawn="1"/>
        </p:nvCxnSpPr>
        <p:spPr>
          <a:xfrm>
            <a:off x="10272464" y="3130993"/>
            <a:ext cx="0" cy="64080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FA437EF-E517-4750-8C36-9231E91772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09092" y="6564321"/>
            <a:ext cx="426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AD534D6-4B58-4252-8854-160CA89266F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370138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8" r:id="rId1"/>
  </p:sldLayoutIdLst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표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3370693"/>
              </p:ext>
            </p:extLst>
          </p:nvPr>
        </p:nvGraphicFramePr>
        <p:xfrm>
          <a:off x="10128448" y="-99392"/>
          <a:ext cx="1714512" cy="6429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4314">
                <a:tc>
                  <a:txBody>
                    <a:bodyPr/>
                    <a:lstStyle/>
                    <a:p>
                      <a:pPr algn="ctr" latinLnBrk="1"/>
                      <a:endParaRPr lang="en-US" altLang="ko-KR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31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TEST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– 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카메라 지원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4314"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3" name="표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6188182"/>
              </p:ext>
            </p:extLst>
          </p:nvPr>
        </p:nvGraphicFramePr>
        <p:xfrm>
          <a:off x="8409230" y="4020658"/>
          <a:ext cx="3663434" cy="1712598"/>
        </p:xfrm>
        <a:graphic>
          <a:graphicData uri="http://schemas.openxmlformats.org/drawingml/2006/table">
            <a:tbl>
              <a:tblPr/>
              <a:tblGrid>
                <a:gridCol w="2729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3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54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13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43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3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37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43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81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43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굴림" pitchFamily="50" charset="-127"/>
                      </a:endParaRPr>
                    </a:p>
                  </a:txBody>
                  <a:tcPr marL="45720" marR="4572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굴림" pitchFamily="50" charset="-127"/>
                      </a:endParaRPr>
                    </a:p>
                  </a:txBody>
                  <a:tcPr marL="45720" marR="4572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43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43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25" name="표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4329275"/>
              </p:ext>
            </p:extLst>
          </p:nvPr>
        </p:nvGraphicFramePr>
        <p:xfrm>
          <a:off x="8389789" y="2636912"/>
          <a:ext cx="3682875" cy="4714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2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1443"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0" name="표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2738652"/>
              </p:ext>
            </p:extLst>
          </p:nvPr>
        </p:nvGraphicFramePr>
        <p:xfrm>
          <a:off x="8389789" y="3356992"/>
          <a:ext cx="1406049" cy="4454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60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45417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1" name="표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1083700"/>
              </p:ext>
            </p:extLst>
          </p:nvPr>
        </p:nvGraphicFramePr>
        <p:xfrm>
          <a:off x="10234567" y="3343623"/>
          <a:ext cx="1838097" cy="4454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80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45417">
                <a:tc>
                  <a:txBody>
                    <a:bodyPr/>
                    <a:lstStyle/>
                    <a:p/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3" name="표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6815929"/>
              </p:ext>
            </p:extLst>
          </p:nvPr>
        </p:nvGraphicFramePr>
        <p:xfrm>
          <a:off x="83270" y="6143041"/>
          <a:ext cx="11989393" cy="670335"/>
        </p:xfrm>
        <a:graphic>
          <a:graphicData uri="http://schemas.openxmlformats.org/drawingml/2006/table">
            <a:tbl>
              <a:tblPr/>
              <a:tblGrid>
                <a:gridCol w="3573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930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930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74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02378">
                  <a:extLst>
                    <a:ext uri="{9D8B030D-6E8A-4147-A177-3AD203B41FA5}">
                      <a16:colId xmlns:a16="http://schemas.microsoft.com/office/drawing/2014/main" val="905765762"/>
                    </a:ext>
                  </a:extLst>
                </a:gridCol>
                <a:gridCol w="2596154">
                  <a:extLst>
                    <a:ext uri="{9D8B030D-6E8A-4147-A177-3AD203B41FA5}">
                      <a16:colId xmlns:a16="http://schemas.microsoft.com/office/drawing/2014/main" val="1819457049"/>
                    </a:ext>
                  </a:extLst>
                </a:gridCol>
              </a:tblGrid>
              <a:tr h="1679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800" b="0" i="0" u="none" strike="noStrike" dirty="0">
                        <a:solidFill>
                          <a:schemeClr val="tx1"/>
                        </a:solidFill>
                        <a:latin typeface="맑은 고딕"/>
                      </a:endParaRP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800" b="0" i="0" u="none" strike="noStrike" dirty="0">
                        <a:solidFill>
                          <a:schemeClr val="tx1"/>
                        </a:solidFill>
                        <a:latin typeface="맑은 고딕"/>
                      </a:endParaRP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26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800" b="0" i="0" u="none" strike="noStrike" dirty="0">
                        <a:solidFill>
                          <a:schemeClr val="tx1"/>
                        </a:solidFill>
                        <a:latin typeface="맑은 고딕"/>
                      </a:endParaRP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800" b="0" i="0" u="none" strike="noStrike" dirty="0">
                        <a:solidFill>
                          <a:schemeClr val="tx1"/>
                        </a:solidFill>
                        <a:latin typeface="맑은 고딕"/>
                      </a:endParaRP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43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800" b="0" i="0" u="none" strike="noStrike" dirty="0">
                        <a:solidFill>
                          <a:schemeClr val="tx1"/>
                        </a:solidFill>
                        <a:latin typeface="맑은 고딕"/>
                      </a:endParaRP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8" name="직사각형 37"/>
          <p:cNvSpPr/>
          <p:nvPr/>
        </p:nvSpPr>
        <p:spPr>
          <a:xfrm>
            <a:off x="4147152" y="1592094"/>
            <a:ext cx="285750" cy="28575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200" b="1" dirty="0">
                <a:solidFill>
                  <a:schemeClr val="tx1"/>
                </a:solidFill>
              </a:rPr>
              <a:t>2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769507" y="1535836"/>
            <a:ext cx="2088232" cy="464688"/>
          </a:xfrm>
          <a:prstGeom prst="rect">
            <a:avLst/>
          </a:prstGeom>
          <a:solidFill>
            <a:srgbClr val="92D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200" b="1" dirty="0">
                <a:solidFill>
                  <a:schemeClr val="tx1"/>
                </a:solidFill>
                <a:latin typeface="+mj-lt"/>
              </a:rPr>
              <a:t>운전자표출기</a:t>
            </a:r>
            <a:endParaRPr lang="en-US" altLang="ko-KR" sz="1200" b="1" dirty="0">
              <a:solidFill>
                <a:schemeClr val="tx1"/>
              </a:solidFill>
              <a:latin typeface="+mj-lt"/>
            </a:endParaRPr>
          </a:p>
          <a:p>
            <a:pPr algn="ctr">
              <a:defRPr/>
            </a:pPr>
            <a:r>
              <a:rPr lang="en-US" altLang="ko-KR" sz="1200" b="1" dirty="0">
                <a:solidFill>
                  <a:schemeClr val="tx1"/>
                </a:solidFill>
                <a:latin typeface="+mj-lt"/>
              </a:rPr>
              <a:t>TEST PROGRAM </a:t>
            </a:r>
            <a:r>
              <a:rPr lang="ko-KR" altLang="en-US" sz="1200" b="1" dirty="0">
                <a:solidFill>
                  <a:schemeClr val="tx1"/>
                </a:solidFill>
                <a:latin typeface="+mj-lt"/>
              </a:rPr>
              <a:t>화면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193604" y="1592982"/>
            <a:ext cx="285750" cy="28575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200" b="1" dirty="0">
                <a:solidFill>
                  <a:schemeClr val="tx1"/>
                </a:solidFill>
              </a:rPr>
              <a:t>1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graphicFrame>
        <p:nvGraphicFramePr>
          <p:cNvPr id="35" name="표 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4981124"/>
              </p:ext>
            </p:extLst>
          </p:nvPr>
        </p:nvGraphicFramePr>
        <p:xfrm>
          <a:off x="8389790" y="980728"/>
          <a:ext cx="3682874" cy="9930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7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08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93004">
                <a:tc>
                  <a:txBody>
                    <a:bodyPr/>
                    <a:lstStyle/>
                    <a:p>
                      <a:pPr latinLnBrk="1"/>
                      <a:endParaRPr lang="en-US" altLang="ko-KR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  <a:p>
                      <a:pPr latinLnBrk="1"/>
                      <a:endParaRPr lang="en-US" altLang="ko-KR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</a:p>
                    <a:p>
                      <a:pPr latinLnBrk="1"/>
                      <a:endParaRPr lang="en-US" altLang="ko-KR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45720" marR="4572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2A8D97A-C147-4873-A5B7-0E08F6425A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D534D6-4B58-4252-8854-160CA89266F4}" type="slidenum">
              <a:rPr lang="ko-KR" altLang="en-US" smtClean="0"/>
              <a:pPr/>
              <a:t>21</a:t>
            </a:fld>
            <a:endParaRPr lang="ko-KR" altLang="en-US" dirty="0"/>
          </a:p>
        </p:txBody>
      </p:sp>
      <p:sp>
        <p:nvSpPr>
          <p:cNvPr id="41" name="SLOT_1"/>
          <p:cNvSpPr/>
          <p:nvPr/>
        </p:nvSpPr>
        <p:spPr>
          <a:xfrm>
            <a:off x="197640" y="2102400"/>
            <a:ext cx="3881520" cy="3167640"/>
          </a:xfrm>
          <a:prstGeom prst="rect">
            <a:avLst/>
          </a:prstGeom>
          <a:solidFill>
            <a:srgbClr val="E8E8E8"/>
          </a:solidFill>
          <a:ln w="12700"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787878"/>
                </a:solidFill>
              </a:defRPr>
            </a:pPr>
            <a:r>
              <a:t>SLOT_1</a:t>
            </a:r>
            <a:br/>
            <a:r>
              <a:t>사진 영역</a:t>
            </a:r>
          </a:p>
        </p:txBody>
      </p:sp>
      <p:sp>
        <p:nvSpPr>
          <p:cNvPr id="42" name="LABEL_1"/>
          <p:cNvSpPr txBox="1"/>
          <p:nvPr/>
        </p:nvSpPr>
        <p:spPr>
          <a:xfrm>
            <a:off x="197640" y="5288040"/>
            <a:ext cx="388152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323232"/>
                </a:solidFill>
              </a:defRPr>
            </a:pPr>
            <a:r>
              <a:t>라벨 1</a:t>
            </a:r>
          </a:p>
        </p:txBody>
      </p:sp>
      <p:sp>
        <p:nvSpPr>
          <p:cNvPr id="43" name="SLOT_2"/>
          <p:cNvSpPr/>
          <p:nvPr/>
        </p:nvSpPr>
        <p:spPr>
          <a:xfrm>
            <a:off x="4407120" y="2107800"/>
            <a:ext cx="3939120" cy="2389680"/>
          </a:xfrm>
          <a:prstGeom prst="rect">
            <a:avLst/>
          </a:prstGeom>
          <a:solidFill>
            <a:srgbClr val="E8E8E8"/>
          </a:solidFill>
          <a:ln w="12700"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787878"/>
                </a:solidFill>
              </a:defRPr>
            </a:pPr>
            <a:r>
              <a:t>SLOT_2</a:t>
            </a:r>
            <a:br/>
            <a:r>
              <a:t>사진 영역</a:t>
            </a:r>
          </a:p>
        </p:txBody>
      </p:sp>
      <p:sp>
        <p:nvSpPr>
          <p:cNvPr id="44" name="LABEL_2"/>
          <p:cNvSpPr txBox="1"/>
          <p:nvPr/>
        </p:nvSpPr>
        <p:spPr>
          <a:xfrm>
            <a:off x="4407120" y="4515480"/>
            <a:ext cx="393912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323232"/>
                </a:solidFill>
              </a:defRPr>
            </a:pPr>
            <a:r>
              <a:t>라벨 2</a:t>
            </a:r>
          </a:p>
        </p:txBody>
      </p:sp>
    </p:spTree>
    <p:extLst>
      <p:ext uri="{BB962C8B-B14F-4D97-AF65-F5344CB8AC3E}">
        <p14:creationId xmlns:p14="http://schemas.microsoft.com/office/powerpoint/2010/main" val="1521384896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12700">
          <a:solidFill>
            <a:srgbClr val="FF000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19050">
          <a:solidFill>
            <a:srgbClr val="FF000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rgbClr val="FF0000"/>
          </a:solidFill>
          <a:headEnd type="oval" w="med" len="med"/>
          <a:tailEnd type="oval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47713</TotalTime>
  <Words>2302</Words>
  <Application>Microsoft Office PowerPoint</Application>
  <PresentationFormat>와이드스크린</PresentationFormat>
  <Paragraphs>641</Paragraphs>
  <Slides>24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24</vt:i4>
      </vt:variant>
    </vt:vector>
  </HeadingPairs>
  <TitlesOfParts>
    <vt:vector size="30" baseType="lpstr">
      <vt:lpstr>굴림</vt:lpstr>
      <vt:lpstr>굴림체</vt:lpstr>
      <vt:lpstr>맑은 고딕</vt:lpstr>
      <vt:lpstr>Arial</vt:lpstr>
      <vt:lpstr>2_Office 테마</vt:lpstr>
      <vt:lpstr>1_Office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ATEC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작업지도서</dc:title>
  <dc:creator>J.H PARK</dc:creator>
  <cp:lastModifiedBy>Hyoyeol Jeong</cp:lastModifiedBy>
  <cp:revision>2289</cp:revision>
  <cp:lastPrinted>2019-11-06T05:13:19Z</cp:lastPrinted>
  <dcterms:created xsi:type="dcterms:W3CDTF">2009-01-08T01:58:44Z</dcterms:created>
  <dcterms:modified xsi:type="dcterms:W3CDTF">2025-08-26T01:53:37Z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_SA">
    <vt:lpwstr>C-ITS 운전자표출기 작업지도서 190916.pptx [자동 저장]</vt:lpwstr>
  </property>
</Properties>
</file>