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5" r:id="rId1"/>
    <p:sldMasterId id="2147483767" r:id="rId2"/>
  </p:sldMasterIdLst>
  <p:notesMasterIdLst>
    <p:notesMasterId r:id="rId27"/>
  </p:notesMasterIdLst>
  <p:handoutMasterIdLst>
    <p:handoutMasterId r:id="rId28"/>
  </p:handoutMasterIdLst>
  <p:sldIdLst>
    <p:sldId id="378" r:id="rId14"/>
  </p:sldIdLst>
  <p:sldSz cx="12192000" cy="6858000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5E59BFC-B2A2-47EB-99F2-FE95E07D6423}">
          <p14:sldIdLst>
            <p14:sldId id="274"/>
            <p14:sldId id="362"/>
            <p14:sldId id="369"/>
            <p14:sldId id="329"/>
            <p14:sldId id="396"/>
            <p14:sldId id="370"/>
            <p14:sldId id="399"/>
            <p14:sldId id="372"/>
            <p14:sldId id="397"/>
            <p14:sldId id="391"/>
            <p14:sldId id="375"/>
            <p14:sldId id="378"/>
            <p14:sldId id="380"/>
            <p14:sldId id="381"/>
            <p14:sldId id="383"/>
            <p14:sldId id="382"/>
            <p14:sldId id="384"/>
            <p14:sldId id="385"/>
            <p14:sldId id="386"/>
            <p14:sldId id="388"/>
            <p14:sldId id="389"/>
            <p14:sldId id="390"/>
            <p14:sldId id="373"/>
            <p14:sldId id="3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FF"/>
    <a:srgbClr val="0000FF"/>
    <a:srgbClr val="FFFFCC"/>
    <a:srgbClr val="00CCFF"/>
    <a:srgbClr val="FFCCFF"/>
    <a:srgbClr val="00CC99"/>
    <a:srgbClr val="00FF00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68" autoAdjust="0"/>
    <p:restoredTop sz="92334" autoAdjust="0"/>
  </p:normalViewPr>
  <p:slideViewPr>
    <p:cSldViewPr>
      <p:cViewPr varScale="1">
        <p:scale>
          <a:sx n="113" d="100"/>
          <a:sy n="113" d="100"/>
        </p:scale>
        <p:origin x="88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03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4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4702408-F509-407B-ABD4-434FFB1DAF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198ACC-B6C6-4197-AF62-E9B336466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D16AA-B3CE-4024-AC67-8D3D225D7AE5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A9C18C-D2F8-45B3-AA8D-D3A380ECE3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813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19565" cy="493316"/>
          </a:xfrm>
          <a:prstGeom prst="rect">
            <a:avLst/>
          </a:prstGeom>
        </p:spPr>
        <p:txBody>
          <a:bodyPr vert="horz" lIns="90740" tIns="45369" rIns="90740" bIns="4536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628" y="2"/>
            <a:ext cx="2919565" cy="493316"/>
          </a:xfrm>
          <a:prstGeom prst="rect">
            <a:avLst/>
          </a:prstGeom>
        </p:spPr>
        <p:txBody>
          <a:bodyPr vert="horz" lIns="90740" tIns="45369" rIns="90740" bIns="4536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5B1AA35-2487-47FA-A452-3343A16AD501}" type="datetimeFigureOut">
              <a:rPr lang="ko-KR" altLang="en-US"/>
              <a:pPr>
                <a:defRPr/>
              </a:pPr>
              <a:t>2025-08-26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40" tIns="45369" rIns="90740" bIns="45369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266" y="4685710"/>
            <a:ext cx="5389240" cy="4439840"/>
          </a:xfrm>
          <a:prstGeom prst="rect">
            <a:avLst/>
          </a:prstGeom>
        </p:spPr>
        <p:txBody>
          <a:bodyPr vert="horz" lIns="90740" tIns="45369" rIns="90740" bIns="45369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413"/>
            <a:ext cx="2919565" cy="493316"/>
          </a:xfrm>
          <a:prstGeom prst="rect">
            <a:avLst/>
          </a:prstGeom>
        </p:spPr>
        <p:txBody>
          <a:bodyPr vert="horz" lIns="90740" tIns="45369" rIns="90740" bIns="4536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628" y="9371413"/>
            <a:ext cx="2919565" cy="493316"/>
          </a:xfrm>
          <a:prstGeom prst="rect">
            <a:avLst/>
          </a:prstGeom>
        </p:spPr>
        <p:txBody>
          <a:bodyPr vert="horz" lIns="90740" tIns="45369" rIns="90740" bIns="4536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059CFDF-46E1-4B5D-81D3-80CD528FA59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4628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66751" y="6500814"/>
            <a:ext cx="558800" cy="293687"/>
          </a:xfrm>
          <a:prstGeom prst="rect">
            <a:avLst/>
          </a:prstGeom>
        </p:spPr>
        <p:txBody>
          <a:bodyPr/>
          <a:lstStyle>
            <a:lvl1pPr>
              <a:defRPr sz="12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E2C894E-0E93-44F7-82BB-4C04BAA1DD3B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219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F1EAAE10-CEFB-4E40-A929-BCA2FC846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092" y="6564321"/>
            <a:ext cx="426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AD534D6-4B58-4252-8854-160CA89266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4428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96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 descr="https://gw.atec.kr/upload/edms/GWPFile_per_BoardNo/159/202410241524392175.png">
            <a:extLst>
              <a:ext uri="{FF2B5EF4-FFF2-40B4-BE49-F238E27FC236}">
                <a16:creationId xmlns:a16="http://schemas.microsoft.com/office/drawing/2014/main" id="{8A886CBD-D214-4DAD-8EE8-48B0057F45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6647816"/>
            <a:ext cx="1656184" cy="15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FD13AF73-A0D7-40EF-B981-06F46FEE1E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65371367"/>
              </p:ext>
            </p:extLst>
          </p:nvPr>
        </p:nvGraphicFramePr>
        <p:xfrm>
          <a:off x="8380568" y="75854"/>
          <a:ext cx="3713921" cy="66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768">
                  <a:extLst>
                    <a:ext uri="{9D8B030D-6E8A-4147-A177-3AD203B41FA5}">
                      <a16:colId xmlns:a16="http://schemas.microsoft.com/office/drawing/2014/main" val="177857725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307993571"/>
                    </a:ext>
                  </a:extLst>
                </a:gridCol>
                <a:gridCol w="2182065">
                  <a:extLst>
                    <a:ext uri="{9D8B030D-6E8A-4147-A177-3AD203B41FA5}">
                      <a16:colId xmlns:a16="http://schemas.microsoft.com/office/drawing/2014/main" val="1929660006"/>
                    </a:ext>
                  </a:extLst>
                </a:gridCol>
              </a:tblGrid>
              <a:tr h="333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Revision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공 정 명</a:t>
                      </a: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863133"/>
                  </a:ext>
                </a:extLst>
              </a:tr>
              <a:tr h="333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C</a:t>
                      </a:r>
                      <a:endParaRPr lang="ko-KR" altLang="en-US" sz="1200" b="1" dirty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작 성 일</a:t>
                      </a: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2025.08.25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01171"/>
                  </a:ext>
                </a:extLst>
              </a:tr>
            </a:tbl>
          </a:graphicData>
        </a:graphic>
      </p:graphicFrame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1570A500-E8CC-41A4-A8C9-40A96388E41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2647039"/>
              </p:ext>
            </p:extLst>
          </p:nvPr>
        </p:nvGraphicFramePr>
        <p:xfrm>
          <a:off x="94632" y="75854"/>
          <a:ext cx="2542536" cy="66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792">
                  <a:extLst>
                    <a:ext uri="{9D8B030D-6E8A-4147-A177-3AD203B41FA5}">
                      <a16:colId xmlns:a16="http://schemas.microsoft.com/office/drawing/2014/main" val="1778577251"/>
                    </a:ext>
                  </a:extLst>
                </a:gridCol>
                <a:gridCol w="1725744">
                  <a:extLst>
                    <a:ext uri="{9D8B030D-6E8A-4147-A177-3AD203B41FA5}">
                      <a16:colId xmlns:a16="http://schemas.microsoft.com/office/drawing/2014/main" val="1929660006"/>
                    </a:ext>
                  </a:extLst>
                </a:gridCol>
              </a:tblGrid>
              <a:tr h="333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</a:rPr>
                        <a:t>MODEL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dirty="0">
                          <a:solidFill>
                            <a:schemeClr val="tx1"/>
                          </a:solidFill>
                          <a:latin typeface="+mn-lt"/>
                        </a:rPr>
                        <a:t>TBUSUDV-AF001(</a:t>
                      </a:r>
                      <a:r>
                        <a:rPr lang="ko-KR" altLang="en-US" sz="950" dirty="0" err="1">
                          <a:solidFill>
                            <a:schemeClr val="tx1"/>
                          </a:solidFill>
                          <a:latin typeface="+mn-lt"/>
                        </a:rPr>
                        <a:t>화면표출기</a:t>
                      </a:r>
                      <a:r>
                        <a:rPr lang="en-US" altLang="ko-KR" sz="95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863133"/>
                  </a:ext>
                </a:extLst>
              </a:tr>
              <a:tr h="3335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문서번호</a:t>
                      </a: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AM-SP-001-WI-311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0117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AE286E5-72DE-4940-85C5-EA5FE99312A5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8382001" y="4032496"/>
          <a:ext cx="3712490" cy="18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41">
                  <a:extLst>
                    <a:ext uri="{9D8B030D-6E8A-4147-A177-3AD203B41FA5}">
                      <a16:colId xmlns:a16="http://schemas.microsoft.com/office/drawing/2014/main" val="1778577251"/>
                    </a:ext>
                  </a:extLst>
                </a:gridCol>
                <a:gridCol w="1227148">
                  <a:extLst>
                    <a:ext uri="{9D8B030D-6E8A-4147-A177-3AD203B41FA5}">
                      <a16:colId xmlns:a16="http://schemas.microsoft.com/office/drawing/2014/main" val="1929660006"/>
                    </a:ext>
                  </a:extLst>
                </a:gridCol>
                <a:gridCol w="1876815">
                  <a:extLst>
                    <a:ext uri="{9D8B030D-6E8A-4147-A177-3AD203B41FA5}">
                      <a16:colId xmlns:a16="http://schemas.microsoft.com/office/drawing/2014/main" val="789548104"/>
                    </a:ext>
                  </a:extLst>
                </a:gridCol>
                <a:gridCol w="319786">
                  <a:extLst>
                    <a:ext uri="{9D8B030D-6E8A-4147-A177-3AD203B41FA5}">
                      <a16:colId xmlns:a16="http://schemas.microsoft.com/office/drawing/2014/main" val="2751553036"/>
                    </a:ext>
                  </a:extLst>
                </a:gridCol>
              </a:tblGrid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863133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01171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200892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699073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113885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018303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242264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03059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907268"/>
                  </a:ext>
                </a:extLst>
              </a:tr>
            </a:tbl>
          </a:graphicData>
        </a:graphic>
      </p:graphicFrame>
      <p:sp>
        <p:nvSpPr>
          <p:cNvPr id="182" name="직사각형 181"/>
          <p:cNvSpPr/>
          <p:nvPr userDrawn="1"/>
        </p:nvSpPr>
        <p:spPr>
          <a:xfrm>
            <a:off x="95251" y="71440"/>
            <a:ext cx="12001500" cy="65031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cxnSp>
        <p:nvCxnSpPr>
          <p:cNvPr id="183" name="직선 연결선 182"/>
          <p:cNvCxnSpPr/>
          <p:nvPr userDrawn="1"/>
        </p:nvCxnSpPr>
        <p:spPr>
          <a:xfrm flipV="1">
            <a:off x="95252" y="740675"/>
            <a:ext cx="12005733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/>
          <p:cNvCxnSpPr/>
          <p:nvPr userDrawn="1"/>
        </p:nvCxnSpPr>
        <p:spPr>
          <a:xfrm flipV="1">
            <a:off x="95252" y="984571"/>
            <a:ext cx="12005733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 userDrawn="1"/>
        </p:nvSpPr>
        <p:spPr>
          <a:xfrm>
            <a:off x="2625780" y="153814"/>
            <a:ext cx="5763851" cy="5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800" b="1" dirty="0">
                <a:latin typeface="+mn-lt"/>
                <a:ea typeface="+mn-ea"/>
              </a:rPr>
              <a:t>시  </a:t>
            </a:r>
            <a:r>
              <a:rPr kumimoji="0" lang="ko-KR" altLang="en-US" sz="2800" b="1" dirty="0" err="1">
                <a:latin typeface="+mn-lt"/>
                <a:ea typeface="+mn-ea"/>
              </a:rPr>
              <a:t>험</a:t>
            </a:r>
            <a:r>
              <a:rPr kumimoji="0" lang="ko-KR" altLang="en-US" sz="2800" b="1" dirty="0">
                <a:latin typeface="+mn-lt"/>
                <a:ea typeface="+mn-ea"/>
              </a:rPr>
              <a:t>  절  차  서</a:t>
            </a:r>
          </a:p>
        </p:txBody>
      </p:sp>
      <p:sp>
        <p:nvSpPr>
          <p:cNvPr id="205" name="TextBox 204"/>
          <p:cNvSpPr txBox="1"/>
          <p:nvPr userDrawn="1"/>
        </p:nvSpPr>
        <p:spPr>
          <a:xfrm>
            <a:off x="105856" y="737272"/>
            <a:ext cx="82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작    업    도    면</a:t>
            </a:r>
          </a:p>
        </p:txBody>
      </p:sp>
      <p:sp>
        <p:nvSpPr>
          <p:cNvPr id="206" name="TextBox 205"/>
          <p:cNvSpPr txBox="1"/>
          <p:nvPr userDrawn="1"/>
        </p:nvSpPr>
        <p:spPr>
          <a:xfrm>
            <a:off x="47328" y="6608385"/>
            <a:ext cx="1584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>
                <a:latin typeface="+mn-lt"/>
                <a:ea typeface="+mn-ea"/>
              </a:rPr>
              <a:t>PAGE       / 24</a:t>
            </a:r>
            <a:endParaRPr kumimoji="0" lang="ko-KR" altLang="en-US" sz="1200" b="1" dirty="0">
              <a:latin typeface="+mn-lt"/>
              <a:ea typeface="+mn-ea"/>
            </a:endParaRPr>
          </a:p>
        </p:txBody>
      </p:sp>
      <p:cxnSp>
        <p:nvCxnSpPr>
          <p:cNvPr id="210" name="직선 연결선 209"/>
          <p:cNvCxnSpPr/>
          <p:nvPr userDrawn="1"/>
        </p:nvCxnSpPr>
        <p:spPr>
          <a:xfrm>
            <a:off x="8374333" y="72056"/>
            <a:ext cx="0" cy="5832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 userDrawn="1"/>
        </p:nvSpPr>
        <p:spPr>
          <a:xfrm>
            <a:off x="8415953" y="737272"/>
            <a:ext cx="3682999" cy="24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작업 순서 및</a:t>
            </a:r>
            <a:r>
              <a:rPr kumimoji="0" lang="en-US" altLang="ko-KR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방법</a:t>
            </a:r>
          </a:p>
        </p:txBody>
      </p:sp>
      <p:cxnSp>
        <p:nvCxnSpPr>
          <p:cNvPr id="212" name="직선 연결선 211"/>
          <p:cNvCxnSpPr/>
          <p:nvPr userDrawn="1"/>
        </p:nvCxnSpPr>
        <p:spPr>
          <a:xfrm>
            <a:off x="91019" y="5917645"/>
            <a:ext cx="12005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/>
          <p:cNvCxnSpPr/>
          <p:nvPr userDrawn="1"/>
        </p:nvCxnSpPr>
        <p:spPr>
          <a:xfrm>
            <a:off x="91019" y="6148991"/>
            <a:ext cx="12005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/>
          <p:cNvCxnSpPr/>
          <p:nvPr userDrawn="1"/>
        </p:nvCxnSpPr>
        <p:spPr>
          <a:xfrm>
            <a:off x="91019" y="6347149"/>
            <a:ext cx="12005733" cy="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 userDrawn="1"/>
        </p:nvCxnSpPr>
        <p:spPr>
          <a:xfrm>
            <a:off x="431371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 userDrawn="1"/>
        </p:nvSpPr>
        <p:spPr>
          <a:xfrm>
            <a:off x="1193271" y="5905340"/>
            <a:ext cx="1254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관 리 항 목</a:t>
            </a:r>
          </a:p>
        </p:txBody>
      </p:sp>
      <p:sp>
        <p:nvSpPr>
          <p:cNvPr id="221" name="TextBox 220"/>
          <p:cNvSpPr txBox="1"/>
          <p:nvPr userDrawn="1"/>
        </p:nvSpPr>
        <p:spPr>
          <a:xfrm>
            <a:off x="3611372" y="5905340"/>
            <a:ext cx="11958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 준</a:t>
            </a:r>
          </a:p>
        </p:txBody>
      </p:sp>
      <p:sp>
        <p:nvSpPr>
          <p:cNvPr id="222" name="TextBox 221"/>
          <p:cNvSpPr txBox="1"/>
          <p:nvPr userDrawn="1"/>
        </p:nvSpPr>
        <p:spPr>
          <a:xfrm>
            <a:off x="6182617" y="5905340"/>
            <a:ext cx="6997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 기</a:t>
            </a:r>
          </a:p>
        </p:txBody>
      </p:sp>
      <p:sp>
        <p:nvSpPr>
          <p:cNvPr id="223" name="TextBox 222"/>
          <p:cNvSpPr txBox="1"/>
          <p:nvPr userDrawn="1"/>
        </p:nvSpPr>
        <p:spPr>
          <a:xfrm>
            <a:off x="7546032" y="5905340"/>
            <a:ext cx="13068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검 증 방 법</a:t>
            </a:r>
          </a:p>
        </p:txBody>
      </p:sp>
      <p:sp>
        <p:nvSpPr>
          <p:cNvPr id="224" name="TextBox 223"/>
          <p:cNvSpPr txBox="1"/>
          <p:nvPr userDrawn="1"/>
        </p:nvSpPr>
        <p:spPr>
          <a:xfrm>
            <a:off x="9460611" y="5905340"/>
            <a:ext cx="26107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이상 발생 시 처리 방법</a:t>
            </a:r>
          </a:p>
        </p:txBody>
      </p:sp>
      <p:sp>
        <p:nvSpPr>
          <p:cNvPr id="225" name="TextBox 224"/>
          <p:cNvSpPr txBox="1"/>
          <p:nvPr userDrawn="1"/>
        </p:nvSpPr>
        <p:spPr>
          <a:xfrm>
            <a:off x="-15729" y="5905340"/>
            <a:ext cx="5852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No</a:t>
            </a:r>
            <a:endParaRPr kumimoji="0"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9" name="TextBox 238"/>
          <p:cNvSpPr txBox="1"/>
          <p:nvPr userDrawn="1"/>
        </p:nvSpPr>
        <p:spPr>
          <a:xfrm>
            <a:off x="8388647" y="2411744"/>
            <a:ext cx="36872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작업 시 주의 사항</a:t>
            </a:r>
          </a:p>
        </p:txBody>
      </p:sp>
      <p:sp>
        <p:nvSpPr>
          <p:cNvPr id="240" name="TextBox 239"/>
          <p:cNvSpPr txBox="1"/>
          <p:nvPr userDrawn="1"/>
        </p:nvSpPr>
        <p:spPr>
          <a:xfrm>
            <a:off x="8381542" y="3781999"/>
            <a:ext cx="37147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소 요 자 재</a:t>
            </a:r>
          </a:p>
        </p:txBody>
      </p:sp>
      <p:sp>
        <p:nvSpPr>
          <p:cNvPr id="248" name="TextBox 247"/>
          <p:cNvSpPr txBox="1"/>
          <p:nvPr userDrawn="1"/>
        </p:nvSpPr>
        <p:spPr>
          <a:xfrm>
            <a:off x="8405912" y="3122680"/>
            <a:ext cx="18645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 err="1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치공구</a:t>
            </a:r>
            <a:endParaRPr kumimoji="0" lang="ko-KR" altLang="en-US" sz="1000" b="1" dirty="0">
              <a:solidFill>
                <a:srgbClr val="0066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9" name="TextBox 248"/>
          <p:cNvSpPr txBox="1"/>
          <p:nvPr userDrawn="1"/>
        </p:nvSpPr>
        <p:spPr>
          <a:xfrm>
            <a:off x="10272465" y="3122680"/>
            <a:ext cx="183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 err="1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개인보호구</a:t>
            </a:r>
            <a:endParaRPr kumimoji="0" lang="ko-KR" altLang="en-US" sz="1000" b="1" dirty="0">
              <a:solidFill>
                <a:srgbClr val="0066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TextBox 73"/>
          <p:cNvSpPr txBox="1"/>
          <p:nvPr userDrawn="1"/>
        </p:nvSpPr>
        <p:spPr>
          <a:xfrm>
            <a:off x="5264856" y="5905340"/>
            <a:ext cx="6997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특별특성</a:t>
            </a:r>
            <a:endParaRPr kumimoji="0"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FFEB2235-0ADC-407C-AB5E-E217A1F610AE}"/>
              </a:ext>
            </a:extLst>
          </p:cNvPr>
          <p:cNvCxnSpPr/>
          <p:nvPr userDrawn="1"/>
        </p:nvCxnSpPr>
        <p:spPr>
          <a:xfrm>
            <a:off x="3143672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A0A1A4E2-A8FF-48E5-8716-79EA21334B9A}"/>
              </a:ext>
            </a:extLst>
          </p:cNvPr>
          <p:cNvCxnSpPr/>
          <p:nvPr userDrawn="1"/>
        </p:nvCxnSpPr>
        <p:spPr>
          <a:xfrm>
            <a:off x="5159896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4A7D93B-E745-438F-B295-4BC4FFF54DC8}"/>
              </a:ext>
            </a:extLst>
          </p:cNvPr>
          <p:cNvCxnSpPr/>
          <p:nvPr userDrawn="1"/>
        </p:nvCxnSpPr>
        <p:spPr>
          <a:xfrm>
            <a:off x="6096000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4A8E0B2-D403-426B-92C6-A613092197A1}"/>
              </a:ext>
            </a:extLst>
          </p:cNvPr>
          <p:cNvCxnSpPr/>
          <p:nvPr userDrawn="1"/>
        </p:nvCxnSpPr>
        <p:spPr>
          <a:xfrm>
            <a:off x="6960096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63DB15FD-D8C4-4FB3-B1C6-1BD39211392F}"/>
              </a:ext>
            </a:extLst>
          </p:cNvPr>
          <p:cNvCxnSpPr/>
          <p:nvPr userDrawn="1"/>
        </p:nvCxnSpPr>
        <p:spPr>
          <a:xfrm>
            <a:off x="9336360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13A697D1-9642-41FD-8F36-795D89D83550}"/>
              </a:ext>
            </a:extLst>
          </p:cNvPr>
          <p:cNvCxnSpPr/>
          <p:nvPr userDrawn="1"/>
        </p:nvCxnSpPr>
        <p:spPr>
          <a:xfrm>
            <a:off x="8372784" y="3778236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E96249C-0EBF-42B4-ABAF-5B32ACFB4F2B}"/>
              </a:ext>
            </a:extLst>
          </p:cNvPr>
          <p:cNvCxnSpPr/>
          <p:nvPr userDrawn="1"/>
        </p:nvCxnSpPr>
        <p:spPr>
          <a:xfrm>
            <a:off x="8372784" y="2433342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28ADA0B-E968-4C89-80DE-F07DB2DA268B}"/>
              </a:ext>
            </a:extLst>
          </p:cNvPr>
          <p:cNvCxnSpPr/>
          <p:nvPr userDrawn="1"/>
        </p:nvCxnSpPr>
        <p:spPr>
          <a:xfrm>
            <a:off x="8372784" y="2657965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72CD5BA-0A11-4396-B122-6D647384B762}"/>
              </a:ext>
            </a:extLst>
          </p:cNvPr>
          <p:cNvCxnSpPr/>
          <p:nvPr userDrawn="1"/>
        </p:nvCxnSpPr>
        <p:spPr>
          <a:xfrm>
            <a:off x="8372784" y="3138029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ACA9287-F463-4533-A25D-216E3A182DC1}"/>
              </a:ext>
            </a:extLst>
          </p:cNvPr>
          <p:cNvCxnSpPr/>
          <p:nvPr userDrawn="1"/>
        </p:nvCxnSpPr>
        <p:spPr>
          <a:xfrm>
            <a:off x="8372784" y="3363564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82705ABF-9C77-42C0-84D9-55B6D84DBFB4}"/>
              </a:ext>
            </a:extLst>
          </p:cNvPr>
          <p:cNvCxnSpPr>
            <a:cxnSpLocks/>
          </p:cNvCxnSpPr>
          <p:nvPr userDrawn="1"/>
        </p:nvCxnSpPr>
        <p:spPr>
          <a:xfrm>
            <a:off x="10272464" y="3130993"/>
            <a:ext cx="0" cy="6408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A437EF-E517-4750-8C36-9231E917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092" y="6564321"/>
            <a:ext cx="426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AD534D6-4B58-4252-8854-160CA89266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701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932883"/>
              </p:ext>
            </p:extLst>
          </p:nvPr>
        </p:nvGraphicFramePr>
        <p:xfrm>
          <a:off x="10142128" y="-99392"/>
          <a:ext cx="1714512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314">
                <a:tc>
                  <a:txBody>
                    <a:bodyPr/>
                    <a:lstStyle/>
                    <a:p>
                      <a:pPr algn="ctr" latinLnBrk="1"/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4">
                <a:tc>
                  <a:txBody>
                    <a:bodyPr/>
                    <a:lstStyle/>
                    <a:p/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015877"/>
              </p:ext>
            </p:extLst>
          </p:nvPr>
        </p:nvGraphicFramePr>
        <p:xfrm>
          <a:off x="8402416" y="4019428"/>
          <a:ext cx="3663434" cy="1714504"/>
        </p:xfrm>
        <a:graphic>
          <a:graphicData uri="http://schemas.openxmlformats.org/drawingml/2006/table">
            <a:tbl>
              <a:tblPr/>
              <a:tblGrid>
                <a:gridCol w="272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굴림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굴림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284175"/>
              </p:ext>
            </p:extLst>
          </p:nvPr>
        </p:nvGraphicFramePr>
        <p:xfrm>
          <a:off x="8389789" y="2636912"/>
          <a:ext cx="3682875" cy="471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144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762204"/>
              </p:ext>
            </p:extLst>
          </p:nvPr>
        </p:nvGraphicFramePr>
        <p:xfrm>
          <a:off x="10234567" y="3356992"/>
          <a:ext cx="1838097" cy="445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417">
                <a:tc>
                  <a:txBody>
                    <a:bodyPr/>
                    <a:lstStyle/>
                    <a:p/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221394"/>
              </p:ext>
            </p:extLst>
          </p:nvPr>
        </p:nvGraphicFramePr>
        <p:xfrm>
          <a:off x="83270" y="6171390"/>
          <a:ext cx="11989393" cy="641986"/>
        </p:xfrm>
        <a:graphic>
          <a:graphicData uri="http://schemas.openxmlformats.org/drawingml/2006/table">
            <a:tbl>
              <a:tblPr/>
              <a:tblGrid>
                <a:gridCol w="357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2378">
                  <a:extLst>
                    <a:ext uri="{9D8B030D-6E8A-4147-A177-3AD203B41FA5}">
                      <a16:colId xmlns:a16="http://schemas.microsoft.com/office/drawing/2014/main" val="905765762"/>
                    </a:ext>
                  </a:extLst>
                </a:gridCol>
                <a:gridCol w="2596154">
                  <a:extLst>
                    <a:ext uri="{9D8B030D-6E8A-4147-A177-3AD203B41FA5}">
                      <a16:colId xmlns:a16="http://schemas.microsoft.com/office/drawing/2014/main" val="1819457049"/>
                    </a:ext>
                  </a:extLst>
                </a:gridCol>
              </a:tblGrid>
              <a:tr h="1679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3175032" y="1592982"/>
            <a:ext cx="285750" cy="285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2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24452" y="1535836"/>
            <a:ext cx="2088232" cy="464688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운전자표출기</a:t>
            </a:r>
            <a:endParaRPr lang="en-US" altLang="ko-KR" sz="1200" b="1" dirty="0">
              <a:solidFill>
                <a:schemeClr val="tx1"/>
              </a:solidFill>
              <a:latin typeface="+mj-lt"/>
            </a:endParaRPr>
          </a:p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TEST PROGRAM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화면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93604" y="1592982"/>
            <a:ext cx="285750" cy="285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28743"/>
              </p:ext>
            </p:extLst>
          </p:nvPr>
        </p:nvGraphicFramePr>
        <p:xfrm>
          <a:off x="8389789" y="3343623"/>
          <a:ext cx="1406049" cy="445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4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직사각형 80"/>
          <p:cNvSpPr/>
          <p:nvPr/>
        </p:nvSpPr>
        <p:spPr>
          <a:xfrm>
            <a:off x="3263296" y="3956641"/>
            <a:ext cx="285750" cy="285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3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114" name="표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610208"/>
              </p:ext>
            </p:extLst>
          </p:nvPr>
        </p:nvGraphicFramePr>
        <p:xfrm>
          <a:off x="8389790" y="980728"/>
          <a:ext cx="3682874" cy="993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30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3E6E16-740F-4A76-A539-49F0E87FC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D534D6-4B58-4252-8854-160CA89266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15" name="SLOT_1"/>
          <p:cNvSpPr/>
          <p:nvPr/>
        </p:nvSpPr>
        <p:spPr>
          <a:xfrm>
            <a:off x="196200" y="2077560"/>
            <a:ext cx="2736360" cy="2232360"/>
          </a:xfrm>
          <a:prstGeom prst="rect">
            <a:avLst/>
          </a:prstGeom>
          <a:solidFill>
            <a:srgbClr val="E8E8E8"/>
          </a:solidFill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787878"/>
                </a:solidFill>
              </a:defRPr>
            </a:pPr>
            <a:r>
              <a:t>SLOT_1</a:t>
            </a:r>
            <a:br/>
            <a:r>
              <a:t>사진 영역</a:t>
            </a:r>
          </a:p>
        </p:txBody>
      </p:sp>
      <p:sp>
        <p:nvSpPr>
          <p:cNvPr id="116" name="LABEL_1"/>
          <p:cNvSpPr txBox="1"/>
          <p:nvPr/>
        </p:nvSpPr>
        <p:spPr>
          <a:xfrm>
            <a:off x="196200" y="4327920"/>
            <a:ext cx="273636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라벨 1</a:t>
            </a:r>
          </a:p>
        </p:txBody>
      </p:sp>
      <p:sp>
        <p:nvSpPr>
          <p:cNvPr id="117" name="SLOT_2"/>
          <p:cNvSpPr/>
          <p:nvPr/>
        </p:nvSpPr>
        <p:spPr>
          <a:xfrm>
            <a:off x="3230280" y="1602720"/>
            <a:ext cx="5000400" cy="1879560"/>
          </a:xfrm>
          <a:prstGeom prst="rect">
            <a:avLst/>
          </a:prstGeom>
          <a:solidFill>
            <a:srgbClr val="E8E8E8"/>
          </a:solidFill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787878"/>
                </a:solidFill>
              </a:defRPr>
            </a:pPr>
            <a:r>
              <a:t>SLOT_2</a:t>
            </a:r>
            <a:br/>
            <a:r>
              <a:t>사진 영역</a:t>
            </a:r>
          </a:p>
        </p:txBody>
      </p:sp>
      <p:sp>
        <p:nvSpPr>
          <p:cNvPr id="118" name="LABEL_2"/>
          <p:cNvSpPr txBox="1"/>
          <p:nvPr/>
        </p:nvSpPr>
        <p:spPr>
          <a:xfrm>
            <a:off x="3230280" y="3500280"/>
            <a:ext cx="50004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라벨 2</a:t>
            </a:r>
          </a:p>
        </p:txBody>
      </p:sp>
      <p:sp>
        <p:nvSpPr>
          <p:cNvPr id="119" name="SLOT_3"/>
          <p:cNvSpPr/>
          <p:nvPr/>
        </p:nvSpPr>
        <p:spPr>
          <a:xfrm>
            <a:off x="3372840" y="4048920"/>
            <a:ext cx="2702880" cy="1706040"/>
          </a:xfrm>
          <a:prstGeom prst="rect">
            <a:avLst/>
          </a:prstGeom>
          <a:solidFill>
            <a:srgbClr val="E8E8E8"/>
          </a:solidFill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787878"/>
                </a:solidFill>
              </a:defRPr>
            </a:pPr>
            <a:r>
              <a:t>SLOT_3</a:t>
            </a:r>
            <a:br/>
            <a:r>
              <a:t>사진 영역</a:t>
            </a:r>
          </a:p>
        </p:txBody>
      </p:sp>
      <p:sp>
        <p:nvSpPr>
          <p:cNvPr id="120" name="LABEL_3"/>
          <p:cNvSpPr txBox="1"/>
          <p:nvPr/>
        </p:nvSpPr>
        <p:spPr>
          <a:xfrm>
            <a:off x="3372840" y="3778920"/>
            <a:ext cx="270288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라벨 3</a:t>
            </a:r>
          </a:p>
        </p:txBody>
      </p:sp>
    </p:spTree>
    <p:extLst>
      <p:ext uri="{BB962C8B-B14F-4D97-AF65-F5344CB8AC3E}">
        <p14:creationId xmlns:p14="http://schemas.microsoft.com/office/powerpoint/2010/main" val="310948660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0000"/>
          </a:solidFill>
          <a:headEnd type="oval" w="med" len="med"/>
          <a:tailEnd type="oval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47713</TotalTime>
  <Words>2302</Words>
  <Application>Microsoft Office PowerPoint</Application>
  <PresentationFormat>와이드스크린</PresentationFormat>
  <Paragraphs>641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굴림</vt:lpstr>
      <vt:lpstr>굴림체</vt:lpstr>
      <vt:lpstr>맑은 고딕</vt:lpstr>
      <vt:lpstr>Arial</vt:lpstr>
      <vt:lpstr>2_Office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ATEC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작업지도서</dc:title>
  <dc:creator>J.H PARK</dc:creator>
  <cp:lastModifiedBy>Hyoyeol Jeong</cp:lastModifiedBy>
  <cp:revision>2289</cp:revision>
  <cp:lastPrinted>2019-11-06T05:13:19Z</cp:lastPrinted>
  <dcterms:created xsi:type="dcterms:W3CDTF">2009-01-08T01:58:44Z</dcterms:created>
  <dcterms:modified xsi:type="dcterms:W3CDTF">2025-08-26T01:53:37Z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C-ITS 운전자표출기 작업지도서 190916.pptx [자동 저장]</vt:lpwstr>
  </property>
</Properties>
</file>